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91" y="60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Dynasty Warriors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 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Amit Anil Kamble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On-screen Show (16:9)</PresentationFormat>
  <Paragraphs>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</vt:lpstr>
      <vt:lpstr>Arial</vt:lpstr>
      <vt:lpstr>Manrope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amit kamble</cp:lastModifiedBy>
  <cp:revision>1</cp:revision>
  <dcterms:modified xsi:type="dcterms:W3CDTF">2026-01-25T13:50:34Z</dcterms:modified>
</cp:coreProperties>
</file>